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Slide-6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Slide-7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Slide-8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Slide-9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0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1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2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3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4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Slide-15-image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blipFill dpi="0" rotWithShape="1">
          <a:blip r:embed="rId1">
            <a:lum/>
          </a:blip>
          <a:srcRect/>
          <a:stretch>
            <a:fillRect/>
          </a:stretch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Created by Marp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**PhysiProof**</dc:title>
  <dc:subject>PptxGenJS Presentation</dc:subject>
  <dc:creator>Created by Marp</dc:creator>
  <cp:lastModifiedBy>Created by Marp</cp:lastModifiedBy>
  <cp:revision>1</cp:revision>
  <dcterms:created xsi:type="dcterms:W3CDTF">2026-07-23T04:39:06Z</dcterms:created>
  <dcterms:modified xsi:type="dcterms:W3CDTF">2026-07-23T04:39:06Z</dcterms:modified>
</cp:coreProperties>
</file>